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sldIdLst>
    <p:sldId id="285" r:id="rId6"/>
    <p:sldId id="257" r:id="rId7"/>
    <p:sldId id="299" r:id="rId8"/>
    <p:sldId id="301" r:id="rId9"/>
    <p:sldId id="259" r:id="rId10"/>
    <p:sldId id="258" r:id="rId11"/>
    <p:sldId id="302" r:id="rId12"/>
    <p:sldId id="303" r:id="rId13"/>
    <p:sldId id="304" r:id="rId14"/>
    <p:sldId id="305" r:id="rId15"/>
    <p:sldId id="307" r:id="rId16"/>
    <p:sldId id="308" r:id="rId17"/>
    <p:sldId id="270" r:id="rId18"/>
    <p:sldId id="309" r:id="rId19"/>
    <p:sldId id="271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256" r:id="rId2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54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presProps" Target="presProps.xml"/><Relationship Id="rId8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8DDE7-FF3B-340F-33B1-BA8EB4053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B3B182-0242-8EC4-01C5-38039C130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73A67D-F38D-A226-6CFD-33544C65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840B-9FA8-4C68-8F0C-FC8236C124D8}" type="datetimeFigureOut">
              <a:rPr lang="es-CL" smtClean="0"/>
              <a:t>18-04-2026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CDACC0-A9B7-53A3-885D-50214BDFA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C486AC-C15A-9846-E79E-A4CAA549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EE5AA-07E5-4D4A-BB87-6D939F64DAA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7048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6C55D-28BA-A84D-85E8-0F2F8C4C0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067C27-117D-F813-AF9B-C1F2528C2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C5FEAF-59B9-DCA5-9F3E-2B4B3757A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840B-9FA8-4C68-8F0C-FC8236C124D8}" type="datetimeFigureOut">
              <a:rPr lang="es-CL" smtClean="0"/>
              <a:t>18-04-2026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B1F29D-19CA-A6AD-65E0-7D117C4F5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91CD33-709F-6415-79F1-8B679852F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EE5AA-07E5-4D4A-BB87-6D939F64DAA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4465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BE990B-C577-F4F4-2141-C0C999005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021830-E777-01C3-465A-E4CDD5C46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961460-505F-7B11-619A-A65B8CE0C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840B-9FA8-4C68-8F0C-FC8236C124D8}" type="datetimeFigureOut">
              <a:rPr lang="es-CL" smtClean="0"/>
              <a:t>18-04-2026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03F845-987A-6152-ABAF-D9D013782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5C0374-995B-15B2-44BE-072D74245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EE5AA-07E5-4D4A-BB87-6D939F64DAA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02123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EFC5E-DBFD-1E56-8D83-F2FF4B260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48E828-31E9-F8F0-E0B5-322EF4A5FF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B053C8-5843-E471-CF70-DC6A8D566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EBD700-F6AE-8663-BF14-A4BE31E69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840B-9FA8-4C68-8F0C-FC8236C124D8}" type="datetimeFigureOut">
              <a:rPr lang="es-CL" smtClean="0"/>
              <a:t>18-04-2026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AA162E-F08A-305F-3759-69230D7AE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F6D0AC-91A8-12C5-38BD-0C74542EA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EE5AA-07E5-4D4A-BB87-6D939F64DAA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44448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03E51-184C-EDB8-08A6-2FC8EE580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9A4282-9AF6-D6EA-AA59-7B98D4630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D718BA-ABD2-21D7-5BA7-0F3843805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608ECF1-F7BB-5186-1363-56E4AA9FAD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49B508-97BD-23FE-DAD3-539CCB5C02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13A556F-A00E-0D1C-DE55-63F733A70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840B-9FA8-4C68-8F0C-FC8236C124D8}" type="datetimeFigureOut">
              <a:rPr lang="es-CL" smtClean="0"/>
              <a:t>18-04-2026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195E19B-B321-DA36-B6C0-A8F4FB102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032BC70-E75F-0FDB-F936-2EEDAFCAC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EE5AA-07E5-4D4A-BB87-6D939F64DAA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2784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C1D09-C261-1710-1A86-E42717E0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14E9304-B06A-10E6-38EB-76BEC9187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840B-9FA8-4C68-8F0C-FC8236C124D8}" type="datetimeFigureOut">
              <a:rPr lang="es-CL" smtClean="0"/>
              <a:t>18-04-2026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74CE7F-EF3B-2FB8-19C8-7A457144C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C4B04ED-D014-3C51-3A62-B4794892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EE5AA-07E5-4D4A-BB87-6D939F64DAA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001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ADBD6BA-8B7F-07D1-6E18-119933393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840B-9FA8-4C68-8F0C-FC8236C124D8}" type="datetimeFigureOut">
              <a:rPr lang="es-CL" smtClean="0"/>
              <a:t>18-04-2026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5F30E08-1EF8-1AF3-DE30-492804904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B7C534-DCAA-47B6-5602-3BCB66CD0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EE5AA-07E5-4D4A-BB87-6D939F64DAA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77781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9496EE-A073-9B44-3A56-27170130E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CCE680-1A38-A6E3-1E44-161A2955F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CE40D6D-A996-2A79-08F5-4136115A7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A61FC9-342B-CCA6-AEA6-84117BAB4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840B-9FA8-4C68-8F0C-FC8236C124D8}" type="datetimeFigureOut">
              <a:rPr lang="es-CL" smtClean="0"/>
              <a:t>18-04-2026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0A6A6B-0A2C-BFCA-CB4E-3B2D49E38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09216B-4246-42EC-4B4F-EA50FB901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EE5AA-07E5-4D4A-BB87-6D939F64DAA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20779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66E1E-B028-4DCF-83EB-442AA970B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FC06AAA-64BA-CE87-816C-0465D27BE8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1708EDA-7B01-1948-ADAD-3DF0AA9BB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490C71-F70D-F74D-3B07-603CC253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840B-9FA8-4C68-8F0C-FC8236C124D8}" type="datetimeFigureOut">
              <a:rPr lang="es-CL" smtClean="0"/>
              <a:t>18-04-2026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9289A7-CE58-AF29-27E8-70FC3D394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309AF6-F4B0-E486-57EA-AF0D2BACE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EE5AA-07E5-4D4A-BB87-6D939F64DAA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42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C3ADB7-D689-52A8-200E-3BECEBAD2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CEF1F0D-519F-77F2-1C04-4891AE315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370998-387E-C77A-90D5-5F7BE5E7E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840B-9FA8-4C68-8F0C-FC8236C124D8}" type="datetimeFigureOut">
              <a:rPr lang="es-CL" smtClean="0"/>
              <a:t>18-04-2026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170FDF-4D17-F442-54C3-982BF184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4655FE-6E56-CED1-385C-FC09CCFA8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EE5AA-07E5-4D4A-BB87-6D939F64DAA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7266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A09958-EFE9-6807-AD38-A7C84FFB24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36A4E8-9AA2-4141-73C5-266D88403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2E7F92-2D09-33F4-6643-0B5533DA7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840B-9FA8-4C68-8F0C-FC8236C124D8}" type="datetimeFigureOut">
              <a:rPr lang="es-CL" smtClean="0"/>
              <a:t>18-04-2026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5F84B6-D3FA-B14B-437F-1FDB0CDE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B56AC0-8884-3DC9-72AD-520E83387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EE5AA-07E5-4D4A-BB87-6D939F64DAA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38903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6B27F-0ADF-9DC2-DA0C-3C8C6BD0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A4CEF4-5AE5-9214-8651-F9D217F6BF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DFE54D-8E28-835F-27D1-79C7484E7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4C43-398A-41D3-9C14-77699655816D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5B8671-7F49-7A13-A542-16915E6DE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14AA82-80F2-236B-606F-D3D904C82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D64F-4E88-473C-A64D-D6B484AF06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80241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83F76-9E30-E0EA-3180-D8E6578E4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358408-A9A1-C1FC-121A-EE28F0715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2D3E9A-428D-C4BE-1104-4852D0601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4C43-398A-41D3-9C14-77699655816D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CBB339-D731-1DA6-AD7F-C6533352C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62F796-85DB-94AD-73C7-DAF22DD7E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D64F-4E88-473C-A64D-D6B484AF06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27511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620FB-10BF-85B1-50AA-406205BDD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40AB7F-A243-8867-19E7-4C16F2717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D85C55-320D-7549-4466-C13D64E20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4C43-398A-41D3-9C14-77699655816D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F181E2-1CDD-502A-25B5-AFC768256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CCDB0A-E22B-C6FF-C7ED-F535ACB19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D64F-4E88-473C-A64D-D6B484AF06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86317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54B324-0739-895B-B64E-2E060B93E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25B6D5-B24A-42E2-74D8-CB9233A451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053472-0D38-CCF0-0DF6-F4A053063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38BC791-DA55-D3C4-B6A0-6FD737E30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4C43-398A-41D3-9C14-77699655816D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026C0C-CCAB-1709-52A3-4A46831D5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78504E-52FB-483D-59CA-CEA0A4622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D64F-4E88-473C-A64D-D6B484AF06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42446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050B46-D701-C9CC-862B-C7E159439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C602D4-CE8D-C202-1308-EEC8C8ED1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F3D4EA-F62A-B6DF-3FA3-B20307D29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A3D1D79-45C9-75D8-98A4-6A31DD0350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2E78084-FD53-D274-89EA-A67704453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1AE018-3158-31D5-441F-05C9682C8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4C43-398A-41D3-9C14-77699655816D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4978FA2-B589-A356-2C11-9C2D36FBA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1A9FEC-BE60-7F77-F21C-F9FB6A906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D64F-4E88-473C-A64D-D6B484AF06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034292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D21F4-2232-CFC3-23C1-278591690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BEE259-79CD-C5B0-89D3-A545FC898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4C43-398A-41D3-9C14-77699655816D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FA948C3-2FE0-8310-D419-8F943640A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A4C7AFB-9850-BAFC-35FA-C877808A7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D64F-4E88-473C-A64D-D6B484AF06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918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BB61217-A228-E4F0-2FF6-46D47CC56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4C43-398A-41D3-9C14-77699655816D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7B325AF-9B16-7A77-C46D-A20E440F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E053F1-3771-B122-BB60-0DC58B789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D64F-4E88-473C-A64D-D6B484AF06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17062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CDFFBB-4D9B-F306-11B9-EFB6ECDAF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ACED1D-DE07-5BE7-5CC9-AA052145C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C1EEC3-E738-2E55-6E60-4C8333227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B4E7B8-E8F7-189B-BA14-513525B0D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4C43-398A-41D3-9C14-77699655816D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52FBFD-9B2C-5B4F-0C07-EB012FDA2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0F4E7E-C041-83C9-9717-BCA16E032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D64F-4E88-473C-A64D-D6B484AF06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06641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7EDB1-E8A6-30CC-5618-9767925F8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B20FA8B-994B-3491-5A3D-FE34E8AF3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0736D8-7F2C-D3A1-7B00-259BB0ADA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8A6BE6-438C-8309-5D37-96CF0668D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4C43-398A-41D3-9C14-77699655816D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50E8E6-37DE-ABC7-9B10-8EBC141DF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D3D584-F388-CF3D-2234-6E32EF184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D64F-4E88-473C-A64D-D6B484AF06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58040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80E05C-3962-70AD-C546-1C404337F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97F81E2-2C4D-984A-E820-64B5638F2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F9F261-458B-AEBF-1707-95A3ADBB4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4C43-398A-41D3-9C14-77699655816D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9A4A42-78DD-9BFE-064A-5ADE4F327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636CDA-B451-06A7-11AD-B89535B39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D64F-4E88-473C-A64D-D6B484AF06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85799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0D082D8-68E6-53BA-0E04-6B2164737E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326BDF2-331B-872A-3679-E8693ADE9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0CB907-0301-5C64-F5B4-A026D9297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74C43-398A-41D3-9C14-77699655816D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7F88C3-545B-30BB-257F-0A17F24E3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E5B202-4F5D-08DE-D815-C3AA38CCC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FD64F-4E88-473C-A64D-D6B484AF06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33836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7C57475-94EC-97CD-134E-33E14C2E9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2C84E2-E5C4-8180-0B9E-A74628089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312C16-056F-23C4-6953-776BC3630F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C840B-9FA8-4C68-8F0C-FC8236C124D8}" type="datetimeFigureOut">
              <a:rPr lang="es-CL" smtClean="0"/>
              <a:t>18-04-2026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278B3D-270F-FA6D-3A12-52EBD46B2E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956BDE-B1D3-E4A4-8F9F-D422B593F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EEE5AA-07E5-4D4A-BB87-6D939F64DAA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50781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C5F4C7F-A906-4BA8-C724-12DE5FEB5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8A0EA1-6AF1-E79F-A343-0C430AF9D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26C457-98C5-828F-5C24-AB7343F8A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D74C43-398A-41D3-9C14-77699655816D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2C7094-7FAC-E1CF-4100-6B6BDD87F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832FEB-5A66-1665-72D5-A70D059073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5FD64F-4E88-473C-A64D-D6B484AF06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4397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18FFA6-0FA0-0B7B-7295-2599993E1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75" y="219351"/>
            <a:ext cx="2418311" cy="1325563"/>
          </a:xfrm>
        </p:spPr>
        <p:txBody>
          <a:bodyPr>
            <a:normAutofit/>
          </a:bodyPr>
          <a:lstStyle/>
          <a:p>
            <a:r>
              <a:rPr lang="es-CL" sz="3200" dirty="0" err="1"/>
              <a:t>Dashboard</a:t>
            </a:r>
            <a:r>
              <a:rPr lang="es-CL" sz="3200" dirty="0"/>
              <a:t> </a:t>
            </a:r>
            <a:r>
              <a:rPr lang="es-CL" sz="3200" dirty="0" err="1"/>
              <a:t>adm</a:t>
            </a:r>
            <a:endParaRPr lang="es-CL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8858CD8-388C-C93B-FB1E-A35DCA5EA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911" y="0"/>
            <a:ext cx="9545089" cy="685800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945B52-13E5-4503-A4D3-82B9B661C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420" y="1378226"/>
            <a:ext cx="2328042" cy="53589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400" dirty="0"/>
              <a:t>Debe:</a:t>
            </a:r>
            <a:br>
              <a:rPr lang="es-CL" sz="1400" dirty="0"/>
            </a:br>
            <a:r>
              <a:rPr lang="es-CL" sz="1400" dirty="0"/>
              <a:t>- Permitir Crear coachee</a:t>
            </a:r>
          </a:p>
          <a:p>
            <a:pPr marL="0" indent="0">
              <a:buNone/>
            </a:pPr>
            <a:r>
              <a:rPr lang="es-CL" sz="1400" dirty="0"/>
              <a:t> - Hacer carga masiva con Excel</a:t>
            </a:r>
          </a:p>
          <a:p>
            <a:pPr marL="0" indent="0">
              <a:buNone/>
            </a:pPr>
            <a:r>
              <a:rPr lang="es-CL" sz="1400" dirty="0"/>
              <a:t>  - Exportar Excel</a:t>
            </a:r>
          </a:p>
          <a:p>
            <a:pPr marL="0" indent="0">
              <a:buNone/>
            </a:pPr>
            <a:r>
              <a:rPr lang="es-CL" sz="1400" dirty="0"/>
              <a:t>  - Gestionar frases que se usarán en </a:t>
            </a:r>
            <a:r>
              <a:rPr lang="es-CL" sz="1400" dirty="0" err="1"/>
              <a:t>dashboard</a:t>
            </a:r>
            <a:r>
              <a:rPr lang="es-CL" sz="1400" dirty="0"/>
              <a:t> del cliente</a:t>
            </a:r>
          </a:p>
          <a:p>
            <a:pPr>
              <a:buFontTx/>
              <a:buChar char="-"/>
            </a:pPr>
            <a:r>
              <a:rPr lang="es-CL" sz="1400" dirty="0"/>
              <a:t>Filtrar por los datos que se ven</a:t>
            </a:r>
          </a:p>
          <a:p>
            <a:pPr>
              <a:buFontTx/>
              <a:buChar char="-"/>
            </a:pPr>
            <a:r>
              <a:rPr lang="es-CL" sz="1400" dirty="0"/>
              <a:t>Mostrar el listado de coachees con sus datos principales</a:t>
            </a:r>
          </a:p>
          <a:p>
            <a:pPr>
              <a:buFontTx/>
              <a:buChar char="-"/>
            </a:pPr>
            <a:endParaRPr lang="es-CL" sz="1400" dirty="0"/>
          </a:p>
          <a:p>
            <a:pPr marL="0" indent="0">
              <a:buNone/>
            </a:pPr>
            <a:endParaRPr lang="es-CL" sz="1400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5D536AC-50FA-83CC-F1A0-B078C1430F9C}"/>
              </a:ext>
            </a:extLst>
          </p:cNvPr>
          <p:cNvSpPr/>
          <p:nvPr/>
        </p:nvSpPr>
        <p:spPr>
          <a:xfrm>
            <a:off x="1960864" y="987919"/>
            <a:ext cx="10231135" cy="299550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561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0A81D-EC3A-367C-1D48-367978A99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676" y="365125"/>
            <a:ext cx="2312276" cy="1325563"/>
          </a:xfrm>
        </p:spPr>
        <p:txBody>
          <a:bodyPr>
            <a:normAutofit fontScale="90000"/>
          </a:bodyPr>
          <a:lstStyle/>
          <a:p>
            <a:r>
              <a:rPr lang="es-CL" dirty="0"/>
              <a:t>Crear nuevo coachee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104B86-7BEE-D900-B673-AB304428E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676" y="1941239"/>
            <a:ext cx="2312276" cy="4351338"/>
          </a:xfrm>
        </p:spPr>
        <p:txBody>
          <a:bodyPr>
            <a:normAutofit/>
          </a:bodyPr>
          <a:lstStyle/>
          <a:p>
            <a:r>
              <a:rPr lang="es-CL" sz="1100" dirty="0"/>
              <a:t>Esta se carga automáticamente desde </a:t>
            </a:r>
            <a:r>
              <a:rPr lang="es-CL" sz="1100" dirty="0" err="1"/>
              <a:t>Flexifunnels</a:t>
            </a:r>
            <a:r>
              <a:rPr lang="es-CL" sz="1100" dirty="0"/>
              <a:t> y debe poder llenarse manualmente también</a:t>
            </a:r>
          </a:p>
          <a:p>
            <a:r>
              <a:rPr lang="es-CL" sz="1100" dirty="0"/>
              <a:t>Ten presente los datos obligatorios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163BE82-6460-8CA5-BF43-A6C6DBA5D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836" y="0"/>
            <a:ext cx="95451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726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D5016-A236-323B-2ADC-1A806F4BD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B76504-9887-6AD7-DAC7-B0B3D2D35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675" y="365125"/>
            <a:ext cx="4309241" cy="1325563"/>
          </a:xfrm>
        </p:spPr>
        <p:txBody>
          <a:bodyPr>
            <a:normAutofit fontScale="90000"/>
          </a:bodyPr>
          <a:lstStyle/>
          <a:p>
            <a:r>
              <a:rPr lang="es-CL" dirty="0"/>
              <a:t>Crear nuevo coachee (servicio contratado)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BC9DD6-4EDD-B441-96B3-CD455E821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675" y="1941239"/>
            <a:ext cx="3982507" cy="4351338"/>
          </a:xfrm>
        </p:spPr>
        <p:txBody>
          <a:bodyPr>
            <a:normAutofit/>
          </a:bodyPr>
          <a:lstStyle/>
          <a:p>
            <a:r>
              <a:rPr lang="es-CL" sz="1100" dirty="0"/>
              <a:t>Los planes son</a:t>
            </a:r>
            <a:br>
              <a:rPr lang="es-CL" sz="1100" dirty="0"/>
            </a:br>
            <a:r>
              <a:rPr lang="es-CL" sz="1100" dirty="0"/>
              <a:t>1. Executive </a:t>
            </a:r>
            <a:r>
              <a:rPr lang="es-CL" sz="1100" dirty="0" err="1"/>
              <a:t>Mastery</a:t>
            </a:r>
            <a:r>
              <a:rPr lang="es-CL" sz="1100" dirty="0"/>
              <a:t> (40 días hábiles de duración de ciclo)</a:t>
            </a:r>
          </a:p>
          <a:p>
            <a:pPr marL="0" indent="0">
              <a:buNone/>
            </a:pPr>
            <a:r>
              <a:rPr lang="es-CL" sz="1100" dirty="0"/>
              <a:t>         2. Sprint Digital 4S (20 días hábiles de duración de ciclo)</a:t>
            </a:r>
          </a:p>
          <a:p>
            <a:pPr marL="0" indent="0">
              <a:buNone/>
            </a:pPr>
            <a:r>
              <a:rPr lang="es-CL" sz="1100" dirty="0"/>
              <a:t>       3. Audit </a:t>
            </a:r>
            <a:r>
              <a:rPr lang="es-CL" sz="1100" dirty="0" err="1"/>
              <a:t>toolkit</a:t>
            </a:r>
            <a:r>
              <a:rPr lang="es-CL" sz="1100" dirty="0"/>
              <a:t> (solo envío de archivos)</a:t>
            </a:r>
          </a:p>
          <a:p>
            <a:pPr marL="0" indent="0">
              <a:buNone/>
            </a:pPr>
            <a:r>
              <a:rPr lang="es-CL" sz="1100" dirty="0"/>
              <a:t>       4. </a:t>
            </a:r>
            <a:r>
              <a:rPr lang="es-CL" sz="1100" dirty="0" err="1"/>
              <a:t>Entreprse</a:t>
            </a:r>
            <a:r>
              <a:rPr lang="es-CL" sz="1100" dirty="0"/>
              <a:t> </a:t>
            </a:r>
            <a:r>
              <a:rPr lang="es-CL" sz="1100" dirty="0" err="1"/>
              <a:t>Execution</a:t>
            </a:r>
            <a:r>
              <a:rPr lang="es-CL" sz="1100" dirty="0"/>
              <a:t> </a:t>
            </a:r>
            <a:br>
              <a:rPr lang="es-CL" sz="1100" dirty="0"/>
            </a:br>
            <a:br>
              <a:rPr lang="es-CL" sz="1100" dirty="0"/>
            </a:br>
            <a:r>
              <a:rPr lang="es-CL" sz="1100" dirty="0"/>
              <a:t>Adjunto imagen de los 4 servicio</a:t>
            </a:r>
            <a:br>
              <a:rPr lang="es-CL" sz="1100" dirty="0"/>
            </a:br>
            <a:endParaRPr lang="es-CL" sz="11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571A066-D7D2-C278-7F1D-998E03E75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114" y="0"/>
            <a:ext cx="6415372" cy="6858000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3FD45340-CE8B-114B-3A21-9E0B0E6BBD5C}"/>
              </a:ext>
            </a:extLst>
          </p:cNvPr>
          <p:cNvSpPr/>
          <p:nvPr/>
        </p:nvSpPr>
        <p:spPr>
          <a:xfrm>
            <a:off x="5885793" y="3428999"/>
            <a:ext cx="4120055" cy="154239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6147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5B029-E586-3A91-6FEF-CC5727DB1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83435F-82FB-16CB-563C-608C426EB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675" y="365125"/>
            <a:ext cx="4309241" cy="1325563"/>
          </a:xfrm>
        </p:spPr>
        <p:txBody>
          <a:bodyPr>
            <a:normAutofit fontScale="90000"/>
          </a:bodyPr>
          <a:lstStyle/>
          <a:p>
            <a:r>
              <a:rPr lang="es-CL" dirty="0"/>
              <a:t>Crear nuevo coachee (Frecuencia de recordatorio)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C81A93-8114-ACBF-82D9-347E56FED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675" y="1941239"/>
            <a:ext cx="3982507" cy="4351338"/>
          </a:xfrm>
        </p:spPr>
        <p:txBody>
          <a:bodyPr>
            <a:normAutofit/>
          </a:bodyPr>
          <a:lstStyle/>
          <a:p>
            <a:br>
              <a:rPr lang="es-CL" sz="1100" dirty="0"/>
            </a:br>
            <a:endParaRPr lang="es-CL" sz="1100" dirty="0"/>
          </a:p>
          <a:p>
            <a:r>
              <a:rPr lang="es-CL" sz="1100" dirty="0"/>
              <a:t>La frecuencia de recordatorios se refieren a si los </a:t>
            </a:r>
            <a:r>
              <a:rPr lang="es-CL" sz="1100" dirty="0" err="1"/>
              <a:t>whatsapp</a:t>
            </a:r>
            <a:r>
              <a:rPr lang="es-CL" sz="1100" dirty="0"/>
              <a:t> llegarán a la hora que haya comprometido las tareas o una vez al día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508501-67C9-80B2-9F2B-A0436C35A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779" y="0"/>
            <a:ext cx="6568465" cy="6858000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F9A5D0BB-7C5C-2A97-FFC9-8AEBAD40C20A}"/>
              </a:ext>
            </a:extLst>
          </p:cNvPr>
          <p:cNvSpPr/>
          <p:nvPr/>
        </p:nvSpPr>
        <p:spPr>
          <a:xfrm>
            <a:off x="6411310" y="3733799"/>
            <a:ext cx="4120055" cy="154239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1373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B6AF0E-BA83-B723-52B9-016A036C6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55" y="1100850"/>
            <a:ext cx="1830816" cy="1325563"/>
          </a:xfrm>
        </p:spPr>
        <p:txBody>
          <a:bodyPr>
            <a:noAutofit/>
          </a:bodyPr>
          <a:lstStyle/>
          <a:p>
            <a:r>
              <a:rPr lang="es-CL" sz="3200" dirty="0"/>
              <a:t>Carga masiva de coachees (Excel)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23C8B1D-FAC6-BEBE-31E3-F2F0FFBE5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471" y="0"/>
            <a:ext cx="102035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74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836B75-B400-C988-1620-8FE64611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27" y="365125"/>
            <a:ext cx="1905001" cy="1325563"/>
          </a:xfrm>
        </p:spPr>
        <p:txBody>
          <a:bodyPr>
            <a:normAutofit/>
          </a:bodyPr>
          <a:lstStyle/>
          <a:p>
            <a:r>
              <a:rPr lang="es-CL" sz="3200" dirty="0"/>
              <a:t>Exportar a </a:t>
            </a:r>
            <a:r>
              <a:rPr lang="es-CL" sz="3200" dirty="0" err="1"/>
              <a:t>excel</a:t>
            </a:r>
            <a:endParaRPr lang="es-CL" sz="3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1522A0-2851-A583-B21E-72F740621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027" y="1857156"/>
            <a:ext cx="2010104" cy="4351338"/>
          </a:xfrm>
        </p:spPr>
        <p:txBody>
          <a:bodyPr>
            <a:normAutofit/>
          </a:bodyPr>
          <a:lstStyle/>
          <a:p>
            <a:r>
              <a:rPr lang="es-CL" sz="1800" dirty="0"/>
              <a:t>Con todos los datos de los coachees seleccionados en las fechas seleccionadas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28B6238-D25B-59A6-B349-2674E9788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333" y="0"/>
            <a:ext cx="99496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464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4E2F5-465A-48E7-8774-1DCBD6D16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609EF3-9C43-3994-FEBD-248F161D7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27" y="365125"/>
            <a:ext cx="1905001" cy="1325563"/>
          </a:xfrm>
        </p:spPr>
        <p:txBody>
          <a:bodyPr>
            <a:normAutofit/>
          </a:bodyPr>
          <a:lstStyle/>
          <a:p>
            <a:r>
              <a:rPr lang="es-CL" sz="3200" dirty="0"/>
              <a:t>Gestión de frases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C0CE08-9DC4-5B1E-014E-BE948D456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027" y="1857156"/>
            <a:ext cx="2010104" cy="4351338"/>
          </a:xfrm>
        </p:spPr>
        <p:txBody>
          <a:bodyPr>
            <a:normAutofit/>
          </a:bodyPr>
          <a:lstStyle/>
          <a:p>
            <a:r>
              <a:rPr lang="es-CL" sz="1800" dirty="0"/>
              <a:t>Estás frases serán utilizadas posteriormente en el </a:t>
            </a:r>
            <a:r>
              <a:rPr lang="es-CL" sz="1800" dirty="0" err="1"/>
              <a:t>dashboard</a:t>
            </a:r>
            <a:r>
              <a:rPr lang="es-CL" sz="1800" dirty="0"/>
              <a:t> del cliente según lógica que veremos en ese minuto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1D287F1-5A34-553B-E212-A2468405B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17" y="0"/>
            <a:ext cx="8252402" cy="574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76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6006E-CD77-5852-E046-526FB28B4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852EA-8825-83E3-B696-1D7A8027A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27" y="365125"/>
            <a:ext cx="2879721" cy="1325563"/>
          </a:xfrm>
        </p:spPr>
        <p:txBody>
          <a:bodyPr>
            <a:normAutofit/>
          </a:bodyPr>
          <a:lstStyle/>
          <a:p>
            <a:r>
              <a:rPr lang="es-CL" sz="3200" dirty="0"/>
              <a:t>Gestión de frases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F84CAF-FAAA-5135-FDBA-E4425A0A8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027" y="1857156"/>
            <a:ext cx="2010104" cy="4351338"/>
          </a:xfrm>
        </p:spPr>
        <p:txBody>
          <a:bodyPr>
            <a:normAutofit/>
          </a:bodyPr>
          <a:lstStyle/>
          <a:p>
            <a:r>
              <a:rPr lang="es-CL" sz="1800" dirty="0"/>
              <a:t>Crear nueva frase (lo realiza el </a:t>
            </a:r>
            <a:r>
              <a:rPr lang="es-CL" sz="1800" dirty="0" err="1"/>
              <a:t>admin</a:t>
            </a:r>
            <a:r>
              <a:rPr lang="es-CL" sz="1800" dirty="0"/>
              <a:t>)</a:t>
            </a:r>
            <a:br>
              <a:rPr lang="es-CL" sz="1800" dirty="0"/>
            </a:br>
            <a:endParaRPr lang="es-CL" sz="18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B13A1CA-1393-297D-5BB6-208792AC3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435" y="0"/>
            <a:ext cx="81751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513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625AE-BA2A-8823-7EDC-024E08405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B3402-7DB7-6E8A-BFD5-D9101C1BC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27" y="365125"/>
            <a:ext cx="2879721" cy="1325563"/>
          </a:xfrm>
        </p:spPr>
        <p:txBody>
          <a:bodyPr>
            <a:normAutofit/>
          </a:bodyPr>
          <a:lstStyle/>
          <a:p>
            <a:r>
              <a:rPr lang="es-CL" sz="3200" dirty="0"/>
              <a:t>Gestión de frases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640BEE-A2B6-6D24-DEF1-326E032AC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027" y="1857156"/>
            <a:ext cx="2010104" cy="4351338"/>
          </a:xfrm>
        </p:spPr>
        <p:txBody>
          <a:bodyPr>
            <a:normAutofit/>
          </a:bodyPr>
          <a:lstStyle/>
          <a:p>
            <a:r>
              <a:rPr lang="es-CL" sz="1800" dirty="0"/>
              <a:t>Opciones de creación de frases</a:t>
            </a:r>
          </a:p>
          <a:p>
            <a:r>
              <a:rPr lang="es-CL" sz="1800" dirty="0"/>
              <a:t>Luego veremos la lógica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CA61894-A3C0-BC76-879F-0112D6801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186" y="0"/>
            <a:ext cx="8158787" cy="685800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1180D754-97CD-6D35-F946-4EA937A3EC31}"/>
              </a:ext>
            </a:extLst>
          </p:cNvPr>
          <p:cNvSpPr/>
          <p:nvPr/>
        </p:nvSpPr>
        <p:spPr>
          <a:xfrm>
            <a:off x="5885793" y="3752193"/>
            <a:ext cx="4120055" cy="150297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4869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CA51D-F87D-3636-07C6-997F10E90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91904C-34D9-47BE-B687-5699FE99B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27" y="365125"/>
            <a:ext cx="2879721" cy="1325563"/>
          </a:xfrm>
        </p:spPr>
        <p:txBody>
          <a:bodyPr>
            <a:normAutofit/>
          </a:bodyPr>
          <a:lstStyle/>
          <a:p>
            <a:r>
              <a:rPr lang="es-CL" sz="3200" dirty="0"/>
              <a:t>Criterios de filtrado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ADAB29A-F963-B012-638A-226132ADE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771" y="516835"/>
            <a:ext cx="8361202" cy="5499652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742547DA-47CE-2B71-484D-1DAE058AD7D7}"/>
              </a:ext>
            </a:extLst>
          </p:cNvPr>
          <p:cNvSpPr/>
          <p:nvPr/>
        </p:nvSpPr>
        <p:spPr>
          <a:xfrm>
            <a:off x="3127513" y="2039007"/>
            <a:ext cx="8909460" cy="210206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936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1295E-2ADF-5421-938D-E7D263AF9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40E87-21AD-35E3-11FB-9399DFBE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27" y="365125"/>
            <a:ext cx="2879721" cy="1325563"/>
          </a:xfrm>
        </p:spPr>
        <p:txBody>
          <a:bodyPr>
            <a:normAutofit/>
          </a:bodyPr>
          <a:lstStyle/>
          <a:p>
            <a:r>
              <a:rPr lang="es-CL" sz="3200" dirty="0"/>
              <a:t>Acciones por coachee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14877D-7BF5-7FF7-847B-4434897AF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960" y="0"/>
            <a:ext cx="7018040" cy="68580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C139730D-10DE-05E2-DE87-B18B3C69E0FD}"/>
              </a:ext>
            </a:extLst>
          </p:cNvPr>
          <p:cNvSpPr txBox="1"/>
          <p:nvPr/>
        </p:nvSpPr>
        <p:spPr>
          <a:xfrm>
            <a:off x="483476" y="1720840"/>
            <a:ext cx="459302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Las palabras de la derecha son funcionalidades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Estado actual (activo o no)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s-C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Ver´pagina</a:t>
            </a: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del usuario (sin edición)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Editar hábitos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Editar ciclo (si el </a:t>
            </a:r>
            <a:r>
              <a:rPr kumimoji="0" lang="es-C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admin</a:t>
            </a: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lo edita, este se superpone sobre el que dicte el servicio)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s-C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Info</a:t>
            </a: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del coachee (para edición)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Desactivar coachee (cerrar permiso a su plataforma)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 los próximos </a:t>
            </a:r>
            <a:r>
              <a:rPr kumimoji="0" lang="es-C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slides</a:t>
            </a: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adjunto fotos de cada uno de las pantallas para imagen y usabilidad</a:t>
            </a:r>
            <a:b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b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 alguna no queda clara (PREGUNTAR)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2D13DEF-6B3C-E6A1-01EE-11BBA602F758}"/>
              </a:ext>
            </a:extLst>
          </p:cNvPr>
          <p:cNvSpPr/>
          <p:nvPr/>
        </p:nvSpPr>
        <p:spPr>
          <a:xfrm>
            <a:off x="9122979" y="2532992"/>
            <a:ext cx="2913994" cy="72521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063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C4F24-2A56-91B1-50D8-B53A9409A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32E297-9297-F68C-14C6-C280A92E8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27" y="365125"/>
            <a:ext cx="2879721" cy="1325563"/>
          </a:xfrm>
        </p:spPr>
        <p:txBody>
          <a:bodyPr>
            <a:normAutofit/>
          </a:bodyPr>
          <a:lstStyle/>
          <a:p>
            <a:r>
              <a:rPr lang="es-CL" sz="3200" dirty="0"/>
              <a:t>Ver página del coachee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8C1DAEC-F331-4AA0-3F37-EBCEF5C67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362" y="0"/>
            <a:ext cx="5944681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89D05E9-83E4-6100-FF13-67CA0A1129E3}"/>
              </a:ext>
            </a:extLst>
          </p:cNvPr>
          <p:cNvSpPr txBox="1"/>
          <p:nvPr/>
        </p:nvSpPr>
        <p:spPr>
          <a:xfrm>
            <a:off x="483476" y="1720840"/>
            <a:ext cx="45930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</a:t>
            </a:r>
            <a:r>
              <a:rPr kumimoji="0" lang="es-C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admin</a:t>
            </a: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puede ver la página del coachee y sus subpáginas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 puede editar</a:t>
            </a:r>
          </a:p>
        </p:txBody>
      </p:sp>
    </p:spTree>
    <p:extLst>
      <p:ext uri="{BB962C8B-B14F-4D97-AF65-F5344CB8AC3E}">
        <p14:creationId xmlns:p14="http://schemas.microsoft.com/office/powerpoint/2010/main" val="209458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8375B-E886-2536-B089-AA498F0ED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86" y="196960"/>
            <a:ext cx="1686130" cy="473568"/>
          </a:xfrm>
        </p:spPr>
        <p:txBody>
          <a:bodyPr>
            <a:noAutofit/>
          </a:bodyPr>
          <a:lstStyle/>
          <a:p>
            <a:r>
              <a:rPr lang="es-CL" sz="2400" dirty="0"/>
              <a:t>Página del coachee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26E71-375B-77DF-E64D-D1A114878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420" y="851338"/>
            <a:ext cx="1686130" cy="5336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400" dirty="0"/>
              <a:t>Se llega desde el menú hábitos de cada coachee de la página principal</a:t>
            </a:r>
            <a:br>
              <a:rPr lang="es-CL" sz="1400" dirty="0"/>
            </a:br>
            <a:r>
              <a:rPr lang="es-CL" sz="1400" dirty="0"/>
              <a:t>- Contiene la información mostrada</a:t>
            </a:r>
            <a:br>
              <a:rPr lang="es-CL" sz="1400" dirty="0"/>
            </a:br>
            <a:r>
              <a:rPr lang="es-CL" sz="1400" dirty="0"/>
              <a:t>- Permite editar información</a:t>
            </a:r>
            <a:br>
              <a:rPr lang="es-CL" sz="1400" dirty="0"/>
            </a:br>
            <a:r>
              <a:rPr lang="es-CL" sz="1400" dirty="0"/>
              <a:t>- Permite Resetear contraseña</a:t>
            </a:r>
            <a:br>
              <a:rPr lang="es-CL" sz="1400" dirty="0"/>
            </a:br>
            <a:r>
              <a:rPr lang="es-CL" sz="1400" dirty="0"/>
              <a:t>- Permite eliminar ciclo con sus tareas</a:t>
            </a:r>
            <a:br>
              <a:rPr lang="es-CL" sz="1400" dirty="0"/>
            </a:br>
            <a:r>
              <a:rPr lang="es-CL" sz="1400" dirty="0"/>
              <a:t>- Permite continuar ciclo</a:t>
            </a:r>
            <a:br>
              <a:rPr lang="es-CL" sz="1400" dirty="0"/>
            </a:br>
            <a:r>
              <a:rPr lang="es-CL" sz="1400" dirty="0"/>
              <a:t>- Permite crear nuevo ciclo</a:t>
            </a:r>
            <a:br>
              <a:rPr lang="es-CL" sz="1400" dirty="0"/>
            </a:br>
            <a:r>
              <a:rPr lang="es-CL" sz="1400" dirty="0"/>
              <a:t>- Permite Eliminar ciclo</a:t>
            </a:r>
            <a:br>
              <a:rPr lang="es-CL" sz="1400" dirty="0"/>
            </a:br>
            <a:r>
              <a:rPr lang="es-CL" sz="1400" dirty="0"/>
              <a:t>- Permite editar ciclo</a:t>
            </a:r>
          </a:p>
          <a:p>
            <a:pPr marL="0" indent="0">
              <a:buNone/>
            </a:pPr>
            <a:r>
              <a:rPr lang="es-CL" sz="1400" dirty="0"/>
              <a:t>-permite agregar tareas</a:t>
            </a:r>
            <a:br>
              <a:rPr lang="es-CL" sz="1400" dirty="0"/>
            </a:br>
            <a:endParaRPr lang="es-CL" sz="1400" dirty="0"/>
          </a:p>
          <a:p>
            <a:pPr marL="0" indent="0">
              <a:buNone/>
            </a:pPr>
            <a:endParaRPr lang="es-CL" sz="1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6F7683A-3052-5500-2C0F-F7B429A22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116" y="-94593"/>
            <a:ext cx="103928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420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1DF25-E14E-F782-3BED-40392A4DE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6337B-F5C8-5A53-DC7A-00286AE97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86" y="827580"/>
            <a:ext cx="1686130" cy="473568"/>
          </a:xfrm>
        </p:spPr>
        <p:txBody>
          <a:bodyPr>
            <a:noAutofit/>
          </a:bodyPr>
          <a:lstStyle/>
          <a:p>
            <a:r>
              <a:rPr lang="es-CL" sz="2400" dirty="0"/>
              <a:t>Página del coachee</a:t>
            </a:r>
            <a:br>
              <a:rPr lang="es-CL" sz="2400" dirty="0"/>
            </a:br>
            <a:r>
              <a:rPr lang="es-CL" sz="2400" dirty="0"/>
              <a:t>Editar Información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DCA2F2-84B0-62C6-AD93-17C5EDE51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420" y="2333297"/>
            <a:ext cx="1686130" cy="3854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400" dirty="0"/>
              <a:t>Se llega desde el menú hábitos de cada coachee de la página principal</a:t>
            </a:r>
            <a:br>
              <a:rPr lang="es-CL" sz="1400" dirty="0"/>
            </a:br>
            <a:r>
              <a:rPr lang="es-CL" sz="1400" dirty="0"/>
              <a:t>- Contiene la información mostrada</a:t>
            </a:r>
            <a:br>
              <a:rPr lang="es-CL" sz="1400" dirty="0"/>
            </a:br>
            <a:r>
              <a:rPr lang="es-CL" sz="1400" dirty="0"/>
              <a:t>- Permite editar información</a:t>
            </a:r>
          </a:p>
          <a:p>
            <a:pPr marL="0" indent="0">
              <a:buNone/>
            </a:pPr>
            <a:r>
              <a:rPr lang="es-CL" sz="1400" dirty="0"/>
              <a:t>Se pueden editar todos los campos</a:t>
            </a:r>
          </a:p>
          <a:p>
            <a:pPr marL="0" indent="0">
              <a:buNone/>
            </a:pPr>
            <a:r>
              <a:rPr lang="es-CL" sz="1400" dirty="0"/>
              <a:t>Ojo con el botón de activo arriba porque es para desactivar o activar al coachee</a:t>
            </a:r>
            <a:br>
              <a:rPr lang="es-CL" sz="1400" dirty="0"/>
            </a:br>
            <a:endParaRPr lang="es-CL" sz="1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546696F-1E22-84EA-B35B-B955CAC81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486" y="0"/>
            <a:ext cx="7953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35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D75AB-500F-7E1C-AA6D-8F64649B1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19" y="670527"/>
            <a:ext cx="2882760" cy="1325563"/>
          </a:xfrm>
        </p:spPr>
        <p:txBody>
          <a:bodyPr>
            <a:normAutofit/>
          </a:bodyPr>
          <a:lstStyle/>
          <a:p>
            <a:r>
              <a:rPr lang="es-CL" dirty="0"/>
              <a:t>Resetear contraseña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AC0D668-5350-35B8-8DD4-D598DB24A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865" y="-92766"/>
            <a:ext cx="9176303" cy="6858000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DC5FE7E-3DBE-4F7D-1A2E-0468DC9EB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419" y="2333297"/>
            <a:ext cx="2662545" cy="3854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400" dirty="0"/>
              <a:t>Si se resetea, se le manda un nuevo email con su contraseña al coachee para ingresar al sistema</a:t>
            </a:r>
            <a:br>
              <a:rPr lang="es-CL" sz="1400" dirty="0"/>
            </a:br>
            <a:endParaRPr lang="es-CL" sz="140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81C33B9-255A-B5A4-0450-0E2EA73EF1E9}"/>
              </a:ext>
            </a:extLst>
          </p:cNvPr>
          <p:cNvSpPr/>
          <p:nvPr/>
        </p:nvSpPr>
        <p:spPr>
          <a:xfrm>
            <a:off x="6096000" y="3429000"/>
            <a:ext cx="2913994" cy="21369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2390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A25FE-83BB-E18E-F12F-660E9E5AC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81A64-E927-7700-B67C-CDB991454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19" y="670527"/>
            <a:ext cx="2882760" cy="1325563"/>
          </a:xfrm>
        </p:spPr>
        <p:txBody>
          <a:bodyPr>
            <a:normAutofit/>
          </a:bodyPr>
          <a:lstStyle/>
          <a:p>
            <a:r>
              <a:rPr lang="es-CL" dirty="0"/>
              <a:t>Eliminar coachee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547B409-6136-1E86-A645-B91CADF71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391" y="0"/>
            <a:ext cx="9813609" cy="6858000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DB0E8085-7AA8-357D-06D9-62160778610B}"/>
              </a:ext>
            </a:extLst>
          </p:cNvPr>
          <p:cNvSpPr/>
          <p:nvPr/>
        </p:nvSpPr>
        <p:spPr>
          <a:xfrm>
            <a:off x="5646168" y="3627782"/>
            <a:ext cx="2913994" cy="279952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3167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B3453-F46F-D3EA-1E38-74380C81E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93B90-A9E6-333D-6726-88B362BB2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19" y="670527"/>
            <a:ext cx="2882760" cy="1325563"/>
          </a:xfrm>
        </p:spPr>
        <p:txBody>
          <a:bodyPr>
            <a:normAutofit/>
          </a:bodyPr>
          <a:lstStyle/>
          <a:p>
            <a:r>
              <a:rPr lang="es-CL" dirty="0"/>
              <a:t>Continuar ciclo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F8AB384D-1631-AFA2-A04B-E4D78BF27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419" y="2333297"/>
            <a:ext cx="2662545" cy="3854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400" dirty="0"/>
              <a:t>Actualiza (renueva) automáticamente el ciclo del coachee según el plazo del servicio que haya contratado</a:t>
            </a:r>
            <a:br>
              <a:rPr lang="es-CL" sz="1400" dirty="0"/>
            </a:br>
            <a:endParaRPr lang="es-CL" sz="1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C6DC21B-4C38-45B1-A5FD-6FAA235F4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348" y="262710"/>
            <a:ext cx="8547652" cy="633258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24501A75-9598-F55A-CAED-E5BA793D3AE3}"/>
              </a:ext>
            </a:extLst>
          </p:cNvPr>
          <p:cNvSpPr/>
          <p:nvPr/>
        </p:nvSpPr>
        <p:spPr>
          <a:xfrm>
            <a:off x="6096000" y="3191928"/>
            <a:ext cx="2913994" cy="21369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2936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2E00B-EC57-6F81-0240-AE166966E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97386-AA9E-BA23-6689-A32C0E9CA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19" y="670527"/>
            <a:ext cx="2882760" cy="1325563"/>
          </a:xfrm>
        </p:spPr>
        <p:txBody>
          <a:bodyPr>
            <a:normAutofit/>
          </a:bodyPr>
          <a:lstStyle/>
          <a:p>
            <a:r>
              <a:rPr lang="es-CL" dirty="0"/>
              <a:t>Editar ciclos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51C046BD-0AB8-3ECD-9F46-5668ED59B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419" y="2333297"/>
            <a:ext cx="2662545" cy="3854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400" dirty="0"/>
              <a:t>Permite modificar manualmente las fechas de inicio y fin de los ciclos</a:t>
            </a:r>
          </a:p>
          <a:p>
            <a:pPr marL="0" indent="0">
              <a:buNone/>
            </a:pPr>
            <a:endParaRPr lang="es-CL" sz="1400" dirty="0"/>
          </a:p>
          <a:p>
            <a:pPr marL="0" indent="0">
              <a:buNone/>
            </a:pPr>
            <a:r>
              <a:rPr lang="es-CL" sz="1400" dirty="0"/>
              <a:t>La parte encerrada en rojo, elimínala</a:t>
            </a:r>
            <a:br>
              <a:rPr lang="es-CL" sz="1400" dirty="0"/>
            </a:br>
            <a:endParaRPr lang="es-CL" sz="1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1516BAC-8CEE-D5F7-547A-363542D2A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365" y="0"/>
            <a:ext cx="8951635" cy="685800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763647B8-47F1-1FCD-F264-C6153CEE7A79}"/>
              </a:ext>
            </a:extLst>
          </p:cNvPr>
          <p:cNvSpPr/>
          <p:nvPr/>
        </p:nvSpPr>
        <p:spPr>
          <a:xfrm>
            <a:off x="5809936" y="4428053"/>
            <a:ext cx="2913994" cy="109810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4751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871B1-2E22-ECE9-BC3D-B037EBCB0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2AE46-B5C1-4BCB-FF73-31D601C9A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19" y="670527"/>
            <a:ext cx="2882760" cy="1325563"/>
          </a:xfrm>
        </p:spPr>
        <p:txBody>
          <a:bodyPr>
            <a:normAutofit/>
          </a:bodyPr>
          <a:lstStyle/>
          <a:p>
            <a:r>
              <a:rPr lang="es-CL" dirty="0"/>
              <a:t>Nuevo ciclo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7297C57-8A7D-6053-D73D-459221C36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419" y="2333297"/>
            <a:ext cx="2662545" cy="3854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400" dirty="0"/>
              <a:t>Permite crear un ciclo 2 con sus fechas y objetivo</a:t>
            </a:r>
            <a:br>
              <a:rPr lang="es-CL" sz="1400" dirty="0"/>
            </a:br>
            <a:br>
              <a:rPr lang="es-CL" sz="1400" dirty="0"/>
            </a:br>
            <a:r>
              <a:rPr lang="es-CL" sz="1400" dirty="0"/>
              <a:t>Donde dice Crear Nuevo Compromiso debe ser “Crear Nuevo Ciclo”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8466E50A-E587-3995-D9F2-7C8EF0DC0C09}"/>
              </a:ext>
            </a:extLst>
          </p:cNvPr>
          <p:cNvSpPr/>
          <p:nvPr/>
        </p:nvSpPr>
        <p:spPr>
          <a:xfrm>
            <a:off x="5809936" y="4428053"/>
            <a:ext cx="2913994" cy="109810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17809E1-0D23-1853-A8BF-954FED22F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156" y="0"/>
            <a:ext cx="8314425" cy="6858000"/>
          </a:xfrm>
          <a:prstGeom prst="rect">
            <a:avLst/>
          </a:prstGeom>
        </p:spPr>
      </p:pic>
      <p:sp>
        <p:nvSpPr>
          <p:cNvPr id="10" name="Elipse 9">
            <a:extLst>
              <a:ext uri="{FF2B5EF4-FFF2-40B4-BE49-F238E27FC236}">
                <a16:creationId xmlns:a16="http://schemas.microsoft.com/office/drawing/2014/main" id="{4975B10F-F65E-C9F4-A232-A5A75A348594}"/>
              </a:ext>
            </a:extLst>
          </p:cNvPr>
          <p:cNvSpPr/>
          <p:nvPr/>
        </p:nvSpPr>
        <p:spPr>
          <a:xfrm>
            <a:off x="5809935" y="2146852"/>
            <a:ext cx="3546099" cy="390939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5065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353D0-3ED1-6E8F-6E11-7A61EAC38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87DB13C-73AA-8483-D62D-F6D649D87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463" y="0"/>
            <a:ext cx="7350333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40AD5A0-BE74-7F56-64C0-FF4629021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19" y="670527"/>
            <a:ext cx="2882760" cy="1325563"/>
          </a:xfrm>
        </p:spPr>
        <p:txBody>
          <a:bodyPr>
            <a:normAutofit/>
          </a:bodyPr>
          <a:lstStyle/>
          <a:p>
            <a:r>
              <a:rPr lang="es-CL" dirty="0"/>
              <a:t>Agregar tarea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903E8D3-81A3-3EE1-F078-23209896B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419" y="2333297"/>
            <a:ext cx="2662545" cy="3854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400" dirty="0"/>
              <a:t>Permite crear tareas con su </a:t>
            </a:r>
          </a:p>
          <a:p>
            <a:pPr marL="0" indent="0">
              <a:buNone/>
            </a:pPr>
            <a:r>
              <a:rPr lang="es-CL" sz="1400" dirty="0"/>
              <a:t>Nombre de tarea</a:t>
            </a:r>
          </a:p>
          <a:p>
            <a:pPr marL="0" indent="0">
              <a:buNone/>
            </a:pPr>
            <a:r>
              <a:rPr lang="es-CL" sz="1400" dirty="0"/>
              <a:t>Descripción</a:t>
            </a:r>
          </a:p>
          <a:p>
            <a:pPr marL="0" indent="0">
              <a:buNone/>
            </a:pPr>
            <a:r>
              <a:rPr lang="es-CL" sz="1400" dirty="0"/>
              <a:t>Periodicidad </a:t>
            </a:r>
          </a:p>
          <a:p>
            <a:pPr marL="0" indent="0">
              <a:buNone/>
            </a:pPr>
            <a:r>
              <a:rPr lang="es-CL" sz="1400" dirty="0"/>
              <a:t>  Diaria</a:t>
            </a:r>
          </a:p>
          <a:p>
            <a:pPr marL="0" indent="0">
              <a:buNone/>
            </a:pPr>
            <a:r>
              <a:rPr lang="es-CL" sz="1400" dirty="0"/>
              <a:t>  Semanal</a:t>
            </a:r>
          </a:p>
          <a:p>
            <a:pPr marL="0" indent="0">
              <a:buNone/>
            </a:pPr>
            <a:r>
              <a:rPr lang="es-CL" sz="1400" dirty="0"/>
              <a:t>  Mensual</a:t>
            </a:r>
          </a:p>
          <a:p>
            <a:pPr marL="0" indent="0">
              <a:buNone/>
            </a:pPr>
            <a:r>
              <a:rPr lang="es-CL" sz="1400" dirty="0"/>
              <a:t>Hora del día en que se realizará</a:t>
            </a:r>
          </a:p>
          <a:p>
            <a:pPr marL="0" indent="0">
              <a:buNone/>
            </a:pPr>
            <a:r>
              <a:rPr lang="es-CL" sz="1400" dirty="0"/>
              <a:t>Seleccionar ícono</a:t>
            </a:r>
          </a:p>
          <a:p>
            <a:pPr marL="0" indent="0">
              <a:buNone/>
            </a:pPr>
            <a:endParaRPr lang="es-CL" sz="140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7E15B1E-A31D-BAC7-7884-7225940FE72D}"/>
              </a:ext>
            </a:extLst>
          </p:cNvPr>
          <p:cNvSpPr/>
          <p:nvPr/>
        </p:nvSpPr>
        <p:spPr>
          <a:xfrm>
            <a:off x="6003233" y="2134512"/>
            <a:ext cx="3180522" cy="445181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1664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E3A3F-D9C7-2BA2-DB8D-6149EBD59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FDAE7-8967-0406-ABED-790073EE5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19" y="670527"/>
            <a:ext cx="2882760" cy="1325563"/>
          </a:xfrm>
        </p:spPr>
        <p:txBody>
          <a:bodyPr>
            <a:normAutofit fontScale="90000"/>
          </a:bodyPr>
          <a:lstStyle/>
          <a:p>
            <a:r>
              <a:rPr lang="es-CL" dirty="0"/>
              <a:t>Forma de mostrar las tareas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153C0EE-EE05-29C6-970C-EA0078C078A9}"/>
              </a:ext>
            </a:extLst>
          </p:cNvPr>
          <p:cNvSpPr/>
          <p:nvPr/>
        </p:nvSpPr>
        <p:spPr>
          <a:xfrm>
            <a:off x="5809936" y="4428053"/>
            <a:ext cx="2913994" cy="109810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46F39FB-D1D3-FE0B-5CED-A3DE5664E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506" y="0"/>
            <a:ext cx="7165075" cy="6858000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1577B640-F393-43FF-1D8E-BBAAC1A9EF79}"/>
              </a:ext>
            </a:extLst>
          </p:cNvPr>
          <p:cNvSpPr/>
          <p:nvPr/>
        </p:nvSpPr>
        <p:spPr>
          <a:xfrm>
            <a:off x="4954451" y="3599603"/>
            <a:ext cx="6733966" cy="308973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8108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6FE7D-3F11-8A34-86AD-E865142E0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932EF-E781-AFCF-E45B-EFC61A57A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19" y="670527"/>
            <a:ext cx="2882760" cy="1325563"/>
          </a:xfrm>
        </p:spPr>
        <p:txBody>
          <a:bodyPr>
            <a:normAutofit/>
          </a:bodyPr>
          <a:lstStyle/>
          <a:p>
            <a:r>
              <a:rPr lang="es-CL" dirty="0"/>
              <a:t>Editar tareas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8929E9-2D48-40A1-9DE3-E12E4F5E9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542" y="0"/>
            <a:ext cx="6997959" cy="685800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FB43BC71-A3AA-D10F-9D74-E8B2D20D1D4E}"/>
              </a:ext>
            </a:extLst>
          </p:cNvPr>
          <p:cNvSpPr/>
          <p:nvPr/>
        </p:nvSpPr>
        <p:spPr>
          <a:xfrm>
            <a:off x="6295524" y="1764364"/>
            <a:ext cx="2913994" cy="437139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1558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9EE61-E390-87AA-4392-405700CBC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25F79B1-D1DA-C7B3-FA71-7018FF606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824" y="0"/>
            <a:ext cx="7958487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EF1F88A-8F15-B6FC-C1E8-5A0C6ADB0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19" y="670527"/>
            <a:ext cx="2882760" cy="1325563"/>
          </a:xfrm>
        </p:spPr>
        <p:txBody>
          <a:bodyPr>
            <a:normAutofit/>
          </a:bodyPr>
          <a:lstStyle/>
          <a:p>
            <a:r>
              <a:rPr lang="es-CL" dirty="0"/>
              <a:t>Eliminar tareas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A9E510B0-8492-0B47-8325-2B1F41A4861E}"/>
              </a:ext>
            </a:extLst>
          </p:cNvPr>
          <p:cNvSpPr/>
          <p:nvPr/>
        </p:nvSpPr>
        <p:spPr>
          <a:xfrm>
            <a:off x="6295524" y="3429000"/>
            <a:ext cx="2913994" cy="21369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1629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59C7CB-91EA-7ADD-4E0C-5EF750BF1F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A694C1-2432-98E2-02F0-70C3810355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32409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EB356BD487429419B77E3D382485893" ma:contentTypeVersion="19" ma:contentTypeDescription="Crear nuevo documento." ma:contentTypeScope="" ma:versionID="f8e29652626dcdf75bb8a0d47053c443">
  <xsd:schema xmlns:xsd="http://www.w3.org/2001/XMLSchema" xmlns:xs="http://www.w3.org/2001/XMLSchema" xmlns:p="http://schemas.microsoft.com/office/2006/metadata/properties" xmlns:ns3="930c1634-ac75-4819-9518-2eb92bc954cc" xmlns:ns4="f9bf425e-f6f8-4a38-b232-c74134068aaf" targetNamespace="http://schemas.microsoft.com/office/2006/metadata/properties" ma:root="true" ma:fieldsID="156b1ec4a2b7b423ee3a876c520c3c96" ns3:_="" ns4:_="">
    <xsd:import namespace="930c1634-ac75-4819-9518-2eb92bc954cc"/>
    <xsd:import namespace="f9bf425e-f6f8-4a38-b232-c74134068aa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c1634-ac75-4819-9518-2eb92bc95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description="" ma:indexed="true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bf425e-f6f8-4a38-b232-c74134068a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30c1634-ac75-4819-9518-2eb92bc954cc" xsi:nil="true"/>
  </documentManagement>
</p:properties>
</file>

<file path=customXml/itemProps1.xml><?xml version="1.0" encoding="utf-8"?>
<ds:datastoreItem xmlns:ds="http://schemas.openxmlformats.org/officeDocument/2006/customXml" ds:itemID="{B65BA8B9-0DFD-44BD-A044-6AE5DE85D0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0c1634-ac75-4819-9518-2eb92bc954cc"/>
    <ds:schemaRef ds:uri="f9bf425e-f6f8-4a38-b232-c74134068a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837A0DE-4558-404B-B013-D7165BAAC6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748C9E-9FAF-4DC1-AB60-07C0803AF03A}">
  <ds:schemaRefs>
    <ds:schemaRef ds:uri="f9bf425e-f6f8-4a38-b232-c74134068aaf"/>
    <ds:schemaRef ds:uri="930c1634-ac75-4819-9518-2eb92bc954cc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587</Words>
  <Application>Microsoft Office PowerPoint</Application>
  <PresentationFormat>Panorámica</PresentationFormat>
  <Paragraphs>72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Tema de Office</vt:lpstr>
      <vt:lpstr>1_Tema de Office</vt:lpstr>
      <vt:lpstr>Dashboard adm</vt:lpstr>
      <vt:lpstr>Crear nuevo coachee</vt:lpstr>
      <vt:lpstr>Crear nuevo coachee (servicio contratado)</vt:lpstr>
      <vt:lpstr>Crear nuevo coachee (Frecuencia de recordatorio)</vt:lpstr>
      <vt:lpstr>Carga masiva de coachees (Excel)</vt:lpstr>
      <vt:lpstr>Exportar a excel</vt:lpstr>
      <vt:lpstr>Gestión de frases</vt:lpstr>
      <vt:lpstr>Gestión de frases</vt:lpstr>
      <vt:lpstr>Gestión de frases</vt:lpstr>
      <vt:lpstr>Criterios de filtrado</vt:lpstr>
      <vt:lpstr>Acciones por coachee</vt:lpstr>
      <vt:lpstr>Ver página del coachee</vt:lpstr>
      <vt:lpstr>Página del coachee</vt:lpstr>
      <vt:lpstr>Página del coachee Editar Información</vt:lpstr>
      <vt:lpstr>Resetear contraseña</vt:lpstr>
      <vt:lpstr>Eliminar coachee</vt:lpstr>
      <vt:lpstr>Continuar ciclo</vt:lpstr>
      <vt:lpstr>Editar ciclos</vt:lpstr>
      <vt:lpstr>Nuevo ciclo</vt:lpstr>
      <vt:lpstr>Agregar tarea</vt:lpstr>
      <vt:lpstr>Forma de mostrar las tareas</vt:lpstr>
      <vt:lpstr>Editar tareas</vt:lpstr>
      <vt:lpstr>Eliminar tareas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Cristián Briones</dc:creator>
  <cp:lastModifiedBy>Cristián Briones</cp:lastModifiedBy>
  <cp:revision>1</cp:revision>
  <dcterms:created xsi:type="dcterms:W3CDTF">2026-04-18T14:10:07Z</dcterms:created>
  <dcterms:modified xsi:type="dcterms:W3CDTF">2026-04-18T14:11:16Z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0x0101004EB356BD487429419B77E3D382485893</vt:lpwstr>
  </property>
</Properties>
</file>